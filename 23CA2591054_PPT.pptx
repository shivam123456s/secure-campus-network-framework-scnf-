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94660"/>
  </p:normalViewPr>
  <p:slideViewPr>
    <p:cSldViewPr snapToGrid="0">
      <p:cViewPr>
        <p:scale>
          <a:sx n="66" d="100"/>
          <a:sy n="66" d="100"/>
        </p:scale>
        <p:origin x="523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AECB-15FB-F5DE-FD52-C3949CA2C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E52C8-A8A2-896B-FA5D-4393AA2C1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89E6F-6040-2AA4-F8D1-C7B56F2A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D0AB9-8F92-E5F8-300E-21FABDFE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A00E1-2046-8094-A31C-7C93A09A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791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8A13-D64F-32CE-E182-532942B2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EDC9-53B4-69C2-08AC-13E890EBF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D22C6-44B3-305C-A849-3DA47077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8AC29-8190-A8E8-DBE3-A4540DBD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96CCD-DD5E-F4F7-7C63-2E4E26CC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046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25F4-C66F-F0A3-2600-6407031E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09A99-F439-AC8A-A602-D7313CE3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8A357-0BBD-4F5C-DC9A-05BE2528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B7845-5934-D2A0-221D-FD6B85C2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99BDB-DE22-B231-16F6-5FB266FA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107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E813-09AF-9D1F-4E2D-AB3204FA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59A6C-2C19-5ED2-728D-ED77BCB89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02D0A-389E-E334-6E27-3CD64AD33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1AD94-0BE9-7122-D368-BC04E05A2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D433C-61A4-8F50-A3BF-9F89AEAD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648F8-B7E2-5B64-6547-2CA35C62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281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61C3-2E76-7C77-AC55-49D41858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3745D-CE42-C37C-7214-D239F9B9D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77E2E-7884-1925-AB50-8804BA69B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25B53-1FBD-583C-3C40-849FF6B4D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A11D0-A3F4-72A2-B849-B8EEF8E1D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31C49-CD58-F8D7-A8D0-84D4AEA3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F921C-1FBA-F9CB-4DA4-3776BE99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D1E30-6CA7-676E-8E5F-A38C649E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458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F0DD-D3CD-1E60-3FA9-D7CC465B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43001-1328-B4C4-4142-5B459C60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106FD-D27C-0C80-C3A7-8EA88B6C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E9454-E5A8-8EE4-0C7B-18CD1DFB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158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B3343-6DA7-EFDF-27C7-0DD113DB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2F721-FF05-2C97-BD13-8CBC1BC9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2BBF9-A9D0-BC3B-269D-7913040C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181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2B22-9CB7-BBF6-E1A3-4C8EA1B4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9DB0-07B0-1AC5-6A00-E9A30B4B0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78368-9DD0-00F4-CAB1-5B8464FCA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C53A6-1FA8-F52E-0D78-FBDF7124D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4C0DA-4A8A-C836-8A8E-5CB20D2C9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5DFCD-0477-1BB0-2F38-C55D1EB5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666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60338-0F3C-B47E-4A81-284D7AAC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C6C46-8951-2F73-7C78-20FE68711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93354-6F90-5F8B-944D-2035258E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39AD1-BECA-2359-D266-28D6D80A4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BEDAC-ADC3-A3C3-458C-2B528049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DCE39-7AB8-0ACB-407A-072F5EBF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135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9683-2C51-7A13-1E19-B654E57A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594D2-D9F8-FF28-6570-E8A0DB9E6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8A945-D12D-9BF0-76BE-AF0DE267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E2E8-EBA8-88A1-36AE-A7091C9C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3B1D0-2C3E-5CEB-3AA8-BFBF7F69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636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55A20-3073-98C8-3718-C5803D848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1D211-908E-DB59-9E9E-1CED2E28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6881-276E-0728-BD6A-0F232F83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A5CE-327D-0AD7-1825-A42FBBB2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9A7A0-3C61-D523-A78D-A21BA7F2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972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F2B2A-BF7D-9DE8-4A95-96AB0A58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86FAF-C72B-7533-D978-3AF5E6C0D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A818-ADE9-FBEE-7AD7-2E873A262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C292B-7750-4234-8877-9F2C9933BEB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3A289-1E5F-E610-2B3B-5A236EA19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E3A9B-ECD4-7073-AEA1-B46F3FD98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96F5A-C0D3-48EF-8A9D-19BF9DE30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05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13D3F6-2B57-50F5-1145-9A8261BDF534}"/>
              </a:ext>
            </a:extLst>
          </p:cNvPr>
          <p:cNvSpPr/>
          <p:nvPr/>
        </p:nvSpPr>
        <p:spPr>
          <a:xfrm>
            <a:off x="800461" y="1275913"/>
            <a:ext cx="646977" cy="289232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" b="1" dirty="0"/>
              <a:t>Introduction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E9DFF-35D5-EA4D-4A70-02B76263D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8350"/>
            <a:ext cx="9144000" cy="689860"/>
          </a:xfrm>
        </p:spPr>
        <p:txBody>
          <a:bodyPr>
            <a:normAutofit/>
          </a:bodyPr>
          <a:lstStyle/>
          <a:p>
            <a:r>
              <a:rPr lang="en-IN" sz="3200" b="1" dirty="0"/>
              <a:t>Secure Campus Network Framework (SCNF)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05785-53F0-F70F-4C6E-76CF1D8CF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>
            <a:no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SHIVAM SWARAJ			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23CA2691054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BCA (CS) 				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Project: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				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Code: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pex University | Jaipur">
            <a:extLst>
              <a:ext uri="{FF2B5EF4-FFF2-40B4-BE49-F238E27FC236}">
                <a16:creationId xmlns:a16="http://schemas.microsoft.com/office/drawing/2014/main" id="{992959CE-54A8-D857-595D-0D0C31AEF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039"/>
            <a:ext cx="224790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0A9851-3A73-701E-F715-D70B9EE6FA65}"/>
              </a:ext>
            </a:extLst>
          </p:cNvPr>
          <p:cNvSpPr txBox="1"/>
          <p:nvPr/>
        </p:nvSpPr>
        <p:spPr>
          <a:xfrm>
            <a:off x="1663908" y="605536"/>
            <a:ext cx="9323882" cy="971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5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APEX UNIVERSITY, JAIPUR</a:t>
            </a:r>
          </a:p>
        </p:txBody>
      </p:sp>
    </p:spTree>
    <p:extLst>
      <p:ext uri="{BB962C8B-B14F-4D97-AF65-F5344CB8AC3E}">
        <p14:creationId xmlns:p14="http://schemas.microsoft.com/office/powerpoint/2010/main" val="4041559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847519-9A08-F7B6-8C55-AB53B71335F7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CD953A-F2DE-A941-FA75-D4C2ACB15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080" y="2157017"/>
            <a:ext cx="8900160" cy="2543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of campus network security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secure, segmented networks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cyber threats in educational institutions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385C85-6112-B03D-C904-0EF39F19816F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55177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D710B-76DF-72BD-101D-5B1849AC6F41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Project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CED33C-089A-7CB4-7478-F41789077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330" y="1676243"/>
            <a:ext cx="8480830" cy="426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Design a secure campus network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Implement VLAN-based segmentation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Use DHCP for automatic IP allocation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Apply security controls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Demonstrate ethical hacking concepts</a:t>
            </a:r>
          </a:p>
        </p:txBody>
      </p:sp>
    </p:spTree>
    <p:extLst>
      <p:ext uri="{BB962C8B-B14F-4D97-AF65-F5344CB8AC3E}">
        <p14:creationId xmlns:p14="http://schemas.microsoft.com/office/powerpoint/2010/main" val="3499472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04D7-8390-B31F-3C92-8D8FCB8D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223819-52B2-897A-38B5-1D74D5335047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Project Overview</a:t>
            </a:r>
            <a:endParaRPr lang="en-IN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858AD-5B15-34BA-6757-40D9CE110ED0}"/>
              </a:ext>
            </a:extLst>
          </p:cNvPr>
          <p:cNvSpPr txBox="1"/>
          <p:nvPr/>
        </p:nvSpPr>
        <p:spPr>
          <a:xfrm>
            <a:off x="1158240" y="1706880"/>
            <a:ext cx="9509760" cy="426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Secure Campus Network Framework (SCNF)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In this project, I designed a secure campus network.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I implemented this project step by step using networking, cybersecurity, and management concepts.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I will explain how I built it and what tools I used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9688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F953-88AF-BA78-802B-F275E835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2FBBA-693F-C2E9-2584-C488D89B4838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What Problem Is Solved</a:t>
            </a:r>
            <a:endParaRPr lang="en-IN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123A0-AAD0-D141-2E88-8BD103554CF3}"/>
              </a:ext>
            </a:extLst>
          </p:cNvPr>
          <p:cNvSpPr txBox="1"/>
          <p:nvPr/>
        </p:nvSpPr>
        <p:spPr>
          <a:xfrm>
            <a:off x="1817503" y="1243248"/>
            <a:ext cx="8281537" cy="5129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Campus networks contain sensitive data.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Without security, any user can access other departments.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Manual IP configuration is not scalable.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There is a need for segmentation, automation, and security.</a:t>
            </a:r>
          </a:p>
        </p:txBody>
      </p:sp>
    </p:spTree>
    <p:extLst>
      <p:ext uri="{BB962C8B-B14F-4D97-AF65-F5344CB8AC3E}">
        <p14:creationId xmlns:p14="http://schemas.microsoft.com/office/powerpoint/2010/main" val="1525183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4F7C-EB50-9D73-CD4C-7A4E2D70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FC6456-1FC4-D852-EB24-1ABBB642A6F6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How I Planned the Project</a:t>
            </a:r>
            <a:endParaRPr lang="en-IN" sz="5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C8E91F-C52C-5E38-BCA5-CD98A17A4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520" y="1243248"/>
            <a:ext cx="8361680" cy="5129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 divided the campus into departments.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Each department was treated as a separate network.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 planned VLANs and IP ranges.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 followed Software Project Management concepts.</a:t>
            </a:r>
          </a:p>
        </p:txBody>
      </p:sp>
    </p:spTree>
    <p:extLst>
      <p:ext uri="{BB962C8B-B14F-4D97-AF65-F5344CB8AC3E}">
        <p14:creationId xmlns:p14="http://schemas.microsoft.com/office/powerpoint/2010/main" val="2669443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B566-687F-3CC5-3363-C2DEEBB3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B23BC-B518-5A6A-0708-1CDD58554EE3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Campus Structure I Designed</a:t>
            </a:r>
            <a:endParaRPr lang="en-IN" sz="5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4238B-38C2-2103-489E-D8BD5CE638DF}"/>
              </a:ext>
            </a:extLst>
          </p:cNvPr>
          <p:cNvSpPr txBox="1"/>
          <p:nvPr/>
        </p:nvSpPr>
        <p:spPr>
          <a:xfrm>
            <a:off x="1320800" y="1726129"/>
            <a:ext cx="6096000" cy="3405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Admin Block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Faculty Block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Student Labs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Server Room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F18C00-84CC-3235-BD41-F7E91CBA8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1813349"/>
            <a:ext cx="7564134" cy="397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63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B2B7-703D-EBF0-C26F-FD97C723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6B6BC3-3D5B-38ED-C758-6F704A881768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Step-by-Step Network Implementation</a:t>
            </a:r>
            <a:r>
              <a:rPr lang="en-IN" sz="4400" dirty="0"/>
              <a:t> </a:t>
            </a:r>
            <a:endParaRPr lang="en-IN" sz="4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F2CB0-DC45-4FCA-B3DD-6DEF0A0C2A4E}"/>
              </a:ext>
            </a:extLst>
          </p:cNvPr>
          <p:cNvSpPr txBox="1"/>
          <p:nvPr/>
        </p:nvSpPr>
        <p:spPr>
          <a:xfrm>
            <a:off x="862463" y="1584960"/>
            <a:ext cx="10526897" cy="4536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Step 1: Created network topology in Cisco Packet Tracer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Step 2: Added router, switch, PCs, and server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Step 3: Created VLANs for each department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Step 4: Assigned switch ports to VLANs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Step 5: Configured IP addressing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Step 6: Implemented DHCP for automation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Step 7: Enabled inter-VLAN routing</a:t>
            </a:r>
          </a:p>
        </p:txBody>
      </p:sp>
    </p:spTree>
    <p:extLst>
      <p:ext uri="{BB962C8B-B14F-4D97-AF65-F5344CB8AC3E}">
        <p14:creationId xmlns:p14="http://schemas.microsoft.com/office/powerpoint/2010/main" val="1214831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62F3-FE91-ED60-AED1-62BD0B745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EEB611-5384-64DD-CE4D-9FD5EF447217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VLANs &amp; IP Addressing</a:t>
            </a:r>
            <a:endParaRPr lang="en-IN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F4A66-5F24-8642-B71C-2445822EADA9}"/>
              </a:ext>
            </a:extLst>
          </p:cNvPr>
          <p:cNvSpPr txBox="1"/>
          <p:nvPr/>
        </p:nvSpPr>
        <p:spPr>
          <a:xfrm>
            <a:off x="1188720" y="1483755"/>
            <a:ext cx="8128000" cy="389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VLAN 10 → Admin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VLAN 20 → Faculty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VLAN 30 → Students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Each VLAN has a separate IP network.</a:t>
            </a: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2800" dirty="0">
              <a:latin typeface="Arial" panose="020B0604020202020204" pitchFamily="34" charset="0"/>
            </a:endParaRPr>
          </a:p>
          <a:p>
            <a:pPr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>
                <a:latin typeface="Arial" panose="020B0604020202020204" pitchFamily="34" charset="0"/>
              </a:rPr>
              <a:t>“VLANs help in isolation and security.”</a:t>
            </a:r>
          </a:p>
        </p:txBody>
      </p:sp>
    </p:spTree>
    <p:extLst>
      <p:ext uri="{BB962C8B-B14F-4D97-AF65-F5344CB8AC3E}">
        <p14:creationId xmlns:p14="http://schemas.microsoft.com/office/powerpoint/2010/main" val="6750997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5BEE2-7901-7924-2A7C-E974D2C2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19E2FF-6B01-232F-9957-BA7DE14BEB60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DHCP &amp; Routing</a:t>
            </a:r>
            <a:endParaRPr lang="en-IN" sz="5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44FE5A-70E3-1426-82F2-CFD2016CC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1800028"/>
            <a:ext cx="8534400" cy="3257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DHCP automatically assigns IP addresses.</a:t>
            </a:r>
          </a:p>
          <a:p>
            <a:pPr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Router-on-a-Stick is used for inter-VLAN routing.</a:t>
            </a:r>
          </a:p>
          <a:p>
            <a:pPr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Router </a:t>
            </a:r>
            <a:r>
              <a:rPr lang="en-US" altLang="en-US" sz="2800" dirty="0" err="1">
                <a:latin typeface="Arial" panose="020B0604020202020204" pitchFamily="34" charset="0"/>
              </a:rPr>
              <a:t>subinterfaces</a:t>
            </a:r>
            <a:r>
              <a:rPr lang="en-US" altLang="en-US" sz="2800" dirty="0">
                <a:latin typeface="Arial" panose="020B0604020202020204" pitchFamily="34" charset="0"/>
              </a:rPr>
              <a:t> act as gateways.</a:t>
            </a:r>
          </a:p>
          <a:p>
            <a:pPr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800" dirty="0"/>
              <a:t>This reduced manual work and improved scalability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10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9C44-829E-C585-CC81-923BE2C6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0F8FAE-FB5E-D919-A4E5-6521B36C5412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FINAL DESGIN</a:t>
            </a:r>
            <a:endParaRPr lang="en-IN" sz="5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DB196-24F3-8944-7DA1-8BFDA3BE9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6" y="1827852"/>
            <a:ext cx="11855904" cy="425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16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9235-53D0-CBD6-0709-AB5FC9A3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A4EE9A-EE6C-F514-FE68-95474937AA44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/>
              <a:t>Security Implementation </a:t>
            </a:r>
            <a:endParaRPr lang="en-IN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79348-A35B-CCAD-FCB6-EB55EECFF777}"/>
              </a:ext>
            </a:extLst>
          </p:cNvPr>
          <p:cNvSpPr txBox="1"/>
          <p:nvPr/>
        </p:nvSpPr>
        <p:spPr>
          <a:xfrm>
            <a:off x="1291136" y="2283936"/>
            <a:ext cx="9834880" cy="2615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</a:rPr>
              <a:t>I applied Access Control Lists (ACLs).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</a:rPr>
              <a:t>Students are restricted from accessing Admin and Faculty.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</a:rPr>
              <a:t>Admin is allowed full access.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800" dirty="0">
                <a:latin typeface="Arial" panose="020B0604020202020204" pitchFamily="34" charset="0"/>
              </a:rPr>
              <a:t>“This is how real campus networks enforce security.”</a:t>
            </a:r>
          </a:p>
        </p:txBody>
      </p:sp>
    </p:spTree>
    <p:extLst>
      <p:ext uri="{BB962C8B-B14F-4D97-AF65-F5344CB8AC3E}">
        <p14:creationId xmlns:p14="http://schemas.microsoft.com/office/powerpoint/2010/main" val="1312146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E50A-CEC4-C9BC-3AC4-C531A875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D20AD9-0CE7-A480-FD87-C830380E25FC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/>
              <a:t>Ethical Hacking (How I Tested My Network)</a:t>
            </a:r>
            <a:endParaRPr lang="en-IN" sz="4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57FAE-9071-F472-7A0E-567E77AF8536}"/>
              </a:ext>
            </a:extLst>
          </p:cNvPr>
          <p:cNvSpPr txBox="1"/>
          <p:nvPr/>
        </p:nvSpPr>
        <p:spPr>
          <a:xfrm>
            <a:off x="1168400" y="1664176"/>
            <a:ext cx="6096000" cy="4536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</a:rPr>
              <a:t>Cisco Packet Tracer is used only for design.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</a:rPr>
              <a:t>Ethical hacking was done in a separate lab.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</a:rPr>
              <a:t>Kali Linux was used as attacker.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</a:rPr>
              <a:t>Metasploitable2 was used as vulnerable server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5671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C5D5-30FE-02F8-4805-837F4EFD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E1839E-4701-3226-634E-EC53DA7DFF2F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33F5B-C220-39EA-51F1-62195C45C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6055"/>
            <a:ext cx="6070076" cy="3419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D41C01-BB82-1AC9-F134-404CEC94D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7680" y="3492462"/>
            <a:ext cx="12192000" cy="6570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AD9DAD-B542-F7EB-BCB4-661593918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922" y="-7567124"/>
            <a:ext cx="12192000" cy="6492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5DED5D-2C96-68A1-8BB9-62EC02CB75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" y="8809956"/>
            <a:ext cx="12192000" cy="5797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DA3347-C7BC-1E0E-C7B9-C622F8E29B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084" y="196688"/>
            <a:ext cx="12156392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B2518-B55A-C2F2-07FB-EA60A7028A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8292" y="-1838612"/>
            <a:ext cx="9274344" cy="48772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E186AF-B460-B6C7-27C3-99A8A9822D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635" y="8326012"/>
            <a:ext cx="12192000" cy="42589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7EB486-5AC7-3485-CEA7-E68A74EBAA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07120" y="6777923"/>
            <a:ext cx="12192000" cy="68524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24B887-E078-345B-23DE-F2A7903102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190" y="1694415"/>
            <a:ext cx="4761500" cy="26883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4104DF8-EAE2-208E-9692-5542F607AF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35717" y="-8809956"/>
            <a:ext cx="12077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84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3FFD-33C4-A0B9-DF35-F725E090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D884D-76D7-A68E-D0D2-3E19594BB7CD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7D9346-C808-FF5B-5B3F-0BA66911271B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44079-ECBD-976B-8D94-ADF5AAD5E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4620" y="1422400"/>
            <a:ext cx="6070076" cy="3419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CE79E-1EF5-7442-09D5-717285176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7680" y="3492462"/>
            <a:ext cx="12192000" cy="6570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7CDE6-B81D-4046-33E5-C78E37FF1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922" y="-7567124"/>
            <a:ext cx="12192000" cy="6492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D7193-B2F0-D9A1-2717-97679B0C7F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676" y="2182390"/>
            <a:ext cx="6070076" cy="28865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2C69E8-9C88-7DB0-40A1-C8D732B7CD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084" y="196688"/>
            <a:ext cx="1215639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774C32-0939-C273-BDEA-A1078CA0B9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8292" y="-1838612"/>
            <a:ext cx="9274344" cy="4877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DE07A9-2C03-B70B-8C99-C9E6B11C80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635" y="8326012"/>
            <a:ext cx="12192000" cy="42589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E6E660-45E1-C2DE-F1A1-DE11D82533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07120" y="6777923"/>
            <a:ext cx="12192000" cy="6852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D61558-41CE-5BF5-5304-6BEF4367DE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7506" y="2148266"/>
            <a:ext cx="4761500" cy="26883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C710E0-02B5-7434-EC7A-9F185C6BD0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48" y="1936690"/>
            <a:ext cx="5106916" cy="289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2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F9C7A-A575-3F09-FDF3-7F4CA70E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8EFBE0-9EE3-7FA3-1B57-509E151C298C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D9DE2B-D85F-0D7E-1CB7-EC36694BB19D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38FFD-0F91-A25B-5D65-34EE0883D4F3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818F3-A492-8745-5C79-AE2B1A379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4620" y="1422400"/>
            <a:ext cx="6070076" cy="3419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6936AE-7776-C897-38CA-FB966DB19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545" y="1982813"/>
            <a:ext cx="6344269" cy="3419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CA1D9-E726-AD0A-F134-B0C2C71BA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922" y="-7567124"/>
            <a:ext cx="12192000" cy="6492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DC2504-07F7-B68A-4C5F-A4AE20F70D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576" y="-4790179"/>
            <a:ext cx="6070076" cy="28865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A15A17-5366-6A13-5463-7D0DFBDFBA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5" y="2089493"/>
            <a:ext cx="4748782" cy="26790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C05123-30EA-C612-B0C6-7174FEB177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8292" y="-1838612"/>
            <a:ext cx="9274344" cy="4877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DA0350-A0DE-808C-F852-BD272F32EB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635" y="8326012"/>
            <a:ext cx="12192000" cy="42589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7EFF56-AA0F-F4FE-FBB5-1270CDFCCA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07120" y="6777923"/>
            <a:ext cx="12192000" cy="6852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9BE614-981E-E3A9-406C-1A4E89B88F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9546" y="-2502245"/>
            <a:ext cx="4761500" cy="26883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2060A1-5DF8-13E7-FBB8-4AFCC1123B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03138"/>
            <a:ext cx="5106916" cy="289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06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DD26E-EAC1-6391-6056-D932D61C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3AD0AA-72D6-21E1-C367-A2E50A83963A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F7278-A83B-BECA-14E1-0948D5CADB22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15DD26-CFE9-29D0-2CD5-6BCAD16714F3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8AC1D9-3586-CBE3-D99D-EAE0F1548876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SCREENSHOTS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84CA2B-F76A-89DA-7A0D-DAEFACECB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4620" y="1422400"/>
            <a:ext cx="6070076" cy="3419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2681FB-1391-0360-9237-62ED8F074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141" y="7722920"/>
            <a:ext cx="6344269" cy="3419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EF0800-9AD6-77D1-6290-487059234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724" y="1668188"/>
            <a:ext cx="8049490" cy="4286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F4453-5C74-C8C4-6C14-23B13731A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576" y="-4790179"/>
            <a:ext cx="6070076" cy="28865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5EEDC0-4DCA-1F1D-C0AC-1B7BACD16B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34" y="8463172"/>
            <a:ext cx="4748782" cy="26790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2F289-B23D-3EC4-8D74-2F4ECFF649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8292" y="-1838612"/>
            <a:ext cx="9274344" cy="4877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C5448F-7098-C73C-D3A6-03EE43E53E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635" y="8326012"/>
            <a:ext cx="12192000" cy="42589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D6B4FB-164D-7279-9657-9E131B3004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07120" y="6777923"/>
            <a:ext cx="12192000" cy="6852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001CDA-D56A-3601-580D-EF2CE3E654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9546" y="-2502245"/>
            <a:ext cx="4761500" cy="26883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504C0B-D1D1-0031-F5A6-C1F9CD8310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03138"/>
            <a:ext cx="5106916" cy="289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94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6ABA5-6E64-9927-7517-9A202366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82FA73-D9B4-95BE-EEDE-505DB5BAE3FA}"/>
              </a:ext>
            </a:extLst>
          </p:cNvPr>
          <p:cNvSpPr/>
          <p:nvPr/>
        </p:nvSpPr>
        <p:spPr>
          <a:xfrm>
            <a:off x="862463" y="485463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/>
              <a:t>Tools I Used</a:t>
            </a:r>
            <a:endParaRPr lang="en-IN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D0FCB-7E4E-895E-41C9-18EE8950F564}"/>
              </a:ext>
            </a:extLst>
          </p:cNvPr>
          <p:cNvSpPr txBox="1"/>
          <p:nvPr/>
        </p:nvSpPr>
        <p:spPr>
          <a:xfrm>
            <a:off x="1150234" y="1514656"/>
            <a:ext cx="9891531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Cisco Packet Tracer – Network design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Kali Linux – Ethical hacking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Nmap, </a:t>
            </a:r>
            <a:r>
              <a:rPr lang="en-IN" sz="2400" dirty="0" err="1">
                <a:latin typeface="Arial" panose="020B0604020202020204" pitchFamily="34" charset="0"/>
              </a:rPr>
              <a:t>Nikto</a:t>
            </a:r>
            <a:r>
              <a:rPr lang="en-IN" sz="2400" dirty="0">
                <a:latin typeface="Arial" panose="020B0604020202020204" pitchFamily="34" charset="0"/>
              </a:rPr>
              <a:t> – Scanning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Metasploit – Exploitation demo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Wireshark – Traffic analysis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Trello – Project management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ChatGPT – Learning &amp; guidance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</a:rPr>
              <a:t>YouTube &amp; </a:t>
            </a:r>
            <a:r>
              <a:rPr lang="en-IN" sz="2400" dirty="0" err="1">
                <a:latin typeface="Arial" panose="020B0604020202020204" pitchFamily="34" charset="0"/>
              </a:rPr>
              <a:t>TryHackMe</a:t>
            </a:r>
            <a:r>
              <a:rPr lang="en-IN" sz="2400" dirty="0">
                <a:latin typeface="Arial" panose="020B0604020202020204" pitchFamily="34" charset="0"/>
              </a:rPr>
              <a:t> – Skill building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Arial" panose="020B0604020202020204" pitchFamily="34" charset="0"/>
              </a:rPr>
              <a:t>“Each tool was used for a specific purpose.”</a:t>
            </a:r>
          </a:p>
        </p:txBody>
      </p:sp>
    </p:spTree>
    <p:extLst>
      <p:ext uri="{BB962C8B-B14F-4D97-AF65-F5344CB8AC3E}">
        <p14:creationId xmlns:p14="http://schemas.microsoft.com/office/powerpoint/2010/main" val="2425120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CC0A94-28B4-FF0B-2D01-433B6B2A644F}"/>
              </a:ext>
            </a:extLst>
          </p:cNvPr>
          <p:cNvSpPr/>
          <p:nvPr/>
        </p:nvSpPr>
        <p:spPr>
          <a:xfrm>
            <a:off x="908762" y="2775336"/>
            <a:ext cx="10692227" cy="936937"/>
          </a:xfrm>
          <a:prstGeom prst="rect">
            <a:avLst/>
          </a:prstGeom>
          <a:solidFill>
            <a:srgbClr val="0070C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THANK YOU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277628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8389b4-70b1-4f56-b2f2-94bc229572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AE75E331195C418CA276329ADF8C6E" ma:contentTypeVersion="9" ma:contentTypeDescription="Create a new document." ma:contentTypeScope="" ma:versionID="60566361563069d71e7b102216ca179a">
  <xsd:schema xmlns:xsd="http://www.w3.org/2001/XMLSchema" xmlns:xs="http://www.w3.org/2001/XMLSchema" xmlns:p="http://schemas.microsoft.com/office/2006/metadata/properties" xmlns:ns3="4b8389b4-70b1-4f56-b2f2-94bc2295722c" targetNamespace="http://schemas.microsoft.com/office/2006/metadata/properties" ma:root="true" ma:fieldsID="2813041f4cd125a3867ade2c988292f2" ns3:_="">
    <xsd:import namespace="4b8389b4-70b1-4f56-b2f2-94bc2295722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389b4-70b1-4f56-b2f2-94bc2295722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AE1D02-E5CA-433B-A841-36B804782CF6}">
  <ds:schemaRefs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4b8389b4-70b1-4f56-b2f2-94bc2295722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90999F5-4556-45DF-9213-EBA939F262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8389b4-70b1-4f56-b2f2-94bc229572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8096B2-853A-430D-94E8-BBF91111FB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491</Words>
  <Application>Microsoft Office PowerPoint</Application>
  <PresentationFormat>Widescreen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 Theme</vt:lpstr>
      <vt:lpstr>Secure Campus Network Framework (SCNF)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Rao</dc:creator>
  <cp:lastModifiedBy>SHIVAM SWARAJ</cp:lastModifiedBy>
  <cp:revision>3</cp:revision>
  <dcterms:created xsi:type="dcterms:W3CDTF">2025-12-20T06:22:33Z</dcterms:created>
  <dcterms:modified xsi:type="dcterms:W3CDTF">2025-12-23T19:48:15Z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0x0101006FAE75E331195C418CA276329ADF8C6E</vt:lpwstr>
  </property>
</Properties>
</file>